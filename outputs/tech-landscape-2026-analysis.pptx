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기술 지형도: 상세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2026-02-07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및 컴퓨팅: 인프라와 신뢰성의 시대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초거대 AI 데이터센터 — 수십만 GPU를 연결한 초대형 데이터센터. GW급 전력·냉각 필요. 경쟁이 자본·인프라로 전환, 전력망 확충 및 에너지-빅테크 협력 필요.</a:t>
            </a:r>
          </a:p>
          <a:p>
            <a:pPr/>
            <a:r>
              <a:t>2. AI 내부 작동 해부(메커니스틱 해석) — LLM의 내부 작동을 역추적해 투명성 확보. 환각·편향 통제와 규제 산업(금융·의료) 진출의 전제.</a:t>
            </a:r>
          </a:p>
          <a:p>
            <a:pPr/>
            <a:r>
              <a:t>3. AI 동반자 — 정서적 유대 형성형 에이전트. 고독사 완화 등 긍정과 의존성·관계 단절 우려가 공존.</a:t>
            </a:r>
          </a:p>
          <a:p>
            <a:pPr/>
            <a:r>
              <a:t>4. 생성형 코딩 — 개발 전 과정 보조/주도. 생산성 급증과 함께 개발자 역할이 코더→아키텍트로 전환.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에너지 및 기후: 현실적인 대안의 부상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나트륨 이온 배터리 — 리튬 대비 에너지 밀도 낮지만 저렴·저온 안정성 강점. 저가 EV·대규모 ESS의 게임 체인저.</a:t>
            </a:r>
          </a:p>
          <a:p>
            <a:pPr/>
            <a:r>
              <a:t>2. 차세대 소형·안전 원자로(SMR) — AI 데이터센터 전력 수요를 탄소 없이 감당 가능한 현실적 대안으로 재평가.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바이오테크: 설계와 복원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맞춤형 염기 교정 유전자 치료 — DNA 절단 없이 특정 염기만 정밀 교정. 개인 맞춤 ‘N=1’ 치료로 의학 패러다임 전환.</a:t>
            </a:r>
          </a:p>
          <a:p>
            <a:pPr/>
            <a:r>
              <a:t>2. 배아 유전 점수화 — 질병 위험뿐 아니라 다형질 특성 예측. ‘디자이너 베이비’ 윤리 논쟁 심화.</a:t>
            </a:r>
          </a:p>
          <a:p>
            <a:pPr/>
            <a:r>
              <a:t>3. 유전자 복원(De-extinction) — 멸종 동물 복원 시도. 생물다양성 보존 기대 vs 생태계 교란 우려.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우주: 민간 주도의 거주 시대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상업용 우주 정거장 — ISS 퇴역 이후 민간 주도 정거장 건설. 우주가 탐사→비즈니스·거주 공간으로 전환.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종합 분석: 3가지 핵심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현실성(Pragmatism)의 승리: 즉시 보급 가능한 기술이 우선. 경제성·공급망 안정 최우선.</a:t>
            </a:r>
          </a:p>
          <a:p>
            <a:pPr/>
            <a:r>
              <a:t>2. AI의 ‘몸집’과 ‘속’ 동시 강화: 하드웨어 거대화 + 투명성/통제 강화로 성숙기 진입.</a:t>
            </a:r>
          </a:p>
          <a:p>
            <a:pPr/>
            <a:r>
              <a:t>3. 생명 윤리 경계 붕괴: 배아 선별·멸종 복원 등 규제와 합의가 필요한 갈등 심화.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