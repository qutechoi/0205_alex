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2026-02-07 아침 뉴스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뉴스 5개 + 경제 뉴스 6개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AI 뉴스 TOP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OpenAI, GPT‑5.3‑Codex가 ‘자기 개발에 기여’ 주장 — 초기 버전이 디버깅·배포·테스트 평가에 활용</a:t>
            </a:r>
          </a:p>
          <a:p>
            <a:pPr/>
            <a:r>
              <a:t>2. Google Gemini, 슈퍼볼 광고에서 ‘인테리어 디자이너’ 역할 — 감성 스토리 중심</a:t>
            </a:r>
          </a:p>
          <a:p>
            <a:pPr/>
            <a:r>
              <a:t>3. AI.com 출시 — Crypto.com CEO가 개인 AI 에이전트 서비스 공개</a:t>
            </a:r>
          </a:p>
          <a:p>
            <a:pPr/>
            <a:r>
              <a:t>4. ChatGPT, Canva Brand Kit 연동 — 브랜드 컬러/자산을 활용한 디자인 자동화</a:t>
            </a:r>
          </a:p>
          <a:p>
            <a:pPr/>
            <a:r>
              <a:t>5. Alphabet, Genie 모델로 ‘엣지 케이스’ 시뮬레이션 강화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경제 뉴스 — 국내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경기 포천 ASF 추가 발생 — 올해 8번째, 예찰 과정에서 확인</a:t>
            </a:r>
          </a:p>
          <a:p>
            <a:pPr/>
            <a:r>
              <a:t>2. 내주 청약 900여 가구 — 인천·부산 2개 단지 중심</a:t>
            </a:r>
          </a:p>
          <a:p>
            <a:pPr/>
            <a:r>
              <a:t>3. 달러-원 야간거래 1,463원 마감 — 위험선호 확대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경제 뉴스 — 미국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뉴욕유가(WTI) 0.4% 상승 — 미·이란 핵 협상 공회전</a:t>
            </a:r>
          </a:p>
          <a:p>
            <a:pPr/>
            <a:r>
              <a:t>2. 미국발 증시 변동성 확대 — 공포지수 급등</a:t>
            </a:r>
          </a:p>
          <a:p>
            <a:pPr/>
            <a:r>
              <a:t>3. 뉴욕증시 3대 지수 동반 하락 — 기술주 약세 영향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한줄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AI는 광고·디자인부터 개발 자동화까지, ‘전시’와 ‘실전’을 동시에 넓히는 중.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